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서을 슬세권 지수 분석 대시보드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공공데이터와 지리정보(GIS)를 활용한 내 집 앞 생활 인프라 분석</a:t>
            </a:r>
          </a:p>
          <a:p>
            <a:r>
              <a:t>발표자: 프로젝트 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왜 '슬세권'인가?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현대인의 '근거리 생활권' 중시 트렌드</a:t>
            </a:r>
          </a:p>
          <a:p>
            <a:r>
              <a:t>주관적인 '살기 좋은 동네'를 객관적 지표로 계량화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데이터 및 기술 스택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데이터: 서울시 공공데이터 (스타벅스, 지하철역, 병원 등 13종)</a:t>
            </a:r>
          </a:p>
          <a:p>
            <a:r>
              <a:t>기술 스택: Python, Streamlit, Folium, Plotly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핵심 로직 (Analysis Engine)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거리 계산: geodesic 실측 거리 기반 필터링</a:t>
            </a:r>
          </a:p>
          <a:p>
            <a:r>
              <a:t>지수 산출: 7개 카테고리 가중치 기반 100점 만점 설계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기능 시연 1: 실시간 지도 및 분석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주소 검색 및 지도 클릭 연동</a:t>
            </a:r>
          </a:p>
          <a:p>
            <a:r>
              <a:t>분석 반경 선택 (300m ~ 1500m)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기능 시연 2: 다각도 시각화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레이더 차트: 인프라 균형도 분석</a:t>
            </a:r>
          </a:p>
          <a:p>
            <a:r>
              <a:t>게이지 &amp; 바 차트: 점수 및 평균 비교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개인화 및 리포트 기능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사용자 맞춤형 가중치(Weight) 조정</a:t>
            </a:r>
          </a:p>
          <a:p>
            <a:r>
              <a:t>분석 결과 HTML 보고서 저장 기능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결론 및 향후 계획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데이터 기반 주거 의사결정 지원</a:t>
            </a:r>
          </a:p>
          <a:p>
            <a:r>
              <a:t>향후 실거래가 및 유동인구 데이터 연동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